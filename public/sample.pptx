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 예시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Opptx 샘플 발표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HOP 구조를 응용한 PPTX 편집기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슬라이드 렌더링</a:t>
            </a:r>
          </a:p>
          <a:p>
            <a:pPr lvl="1"/>
            <a:r>
              <a:t>도형·그림·표</a:t>
            </a:r>
          </a:p>
          <a:p>
            <a:pPr/>
            <a:r>
              <a:t>텍스트 직접 편집</a:t>
            </a:r>
          </a:p>
          <a:p>
            <a:pPr lvl="1"/>
            <a:r>
              <a:t>되돌리기 / 다시 실행</a:t>
            </a:r>
          </a:p>
          <a:p>
            <a:pPr/>
            <a:r>
              <a:t>PPTX로 저장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도형과 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0"/>
            <a:ext cx="2880000" cy="144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둥근 사각형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960000" y="1980000"/>
            <a:ext cx="1800000" cy="1080000"/>
          </a:xfrm>
          <a:prstGeom prst="rightArrow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80000" y="1800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440000"/>
                <a:gridCol w="1440000"/>
              </a:tblGrid>
              <a:tr h="48000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480000">
                <a:tc>
                  <a:txBody>
                    <a:bodyPr/>
                    <a:lstStyle/>
                    <a:p>
                      <a:r>
                        <a:t>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</a:t>
                      </a:r>
                    </a:p>
                  </a:txBody>
                  <a:tcPr/>
                </a:tc>
              </a:tr>
              <a:tr h="480000">
                <a:tc>
                  <a:txBody>
                    <a:bodyPr/>
                    <a:lstStyle/>
                    <a:p>
                      <a:r>
                        <a:t>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3960000"/>
            <a:ext cx="2160000" cy="129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0" y="396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C00000"/>
                </a:solidFill>
              </a:rPr>
              <a:t>굵은 빨간 글자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7920000" y="3960000"/>
            <a:ext cx="2520000" cy="1080000"/>
            <a:chOff x="7920000" y="3960000"/>
            <a:chExt cx="2520000" cy="1080000"/>
          </a:xfrm>
        </p:grpSpPr>
        <p:sp>
          <p:nvSpPr>
            <p:cNvPr id="9" name="Oval 8"/>
            <p:cNvSpPr/>
            <p:nvPr/>
          </p:nvSpPr>
          <p:spPr>
            <a:xfrm>
              <a:off x="7920000" y="3960000"/>
              <a:ext cx="1080000" cy="108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9360000" y="3960000"/>
              <a:ext cx="1080000" cy="108000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